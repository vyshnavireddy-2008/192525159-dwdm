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640080"/>
            <a:ext cx="1097280" cy="10972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508760"/>
            <a:ext cx="640080" cy="64008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411480" cy="41148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2743200"/>
            <a:ext cx="1005840" cy="1005840"/>
          </a:xfrm>
          <a:prstGeom prst="ellipse">
            <a:avLst/>
          </a:prstGeom>
          <a:solidFill>
            <a:srgbClr val="2D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1187"/>
            <a:ext cx="8138160" cy="11798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4893"/>
            <a:ext cx="80467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CC9F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Reviews and Social Media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733" y="3341625"/>
            <a:ext cx="8046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• Sentiment Analysis • Customer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520808"/>
            <a:ext cx="4114800" cy="1656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8D7E6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>
              <a:spcAft>
                <a:spcPts val="800"/>
              </a:spcAft>
              <a:defRPr sz="1500" b="0">
                <a:solidFill>
                  <a:srgbClr val="C8D7E6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Srija(192525223)</a:t>
            </a:r>
          </a:p>
          <a:p>
            <a:pPr>
              <a:spcAft>
                <a:spcPts val="800"/>
              </a:spcAft>
              <a:defRPr sz="1500" b="0">
                <a:solidFill>
                  <a:srgbClr val="C8D7E6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Vyshnavi Reddy(192525159)</a:t>
            </a:r>
          </a:p>
          <a:p>
            <a:pPr>
              <a:spcAft>
                <a:spcPts val="800"/>
              </a:spcAft>
              <a:defRPr sz="1500" b="0">
                <a:solidFill>
                  <a:srgbClr val="C8D7E6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Rishika(192525114)</a:t>
            </a:r>
          </a:p>
          <a:p>
            <a:pPr>
              <a:spcAft>
                <a:spcPts val="800"/>
              </a:spcAft>
              <a:defRPr sz="1500" b="0">
                <a:solidFill>
                  <a:srgbClr val="C8D7E6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B00069-D6EA-6EEE-5B7A-3D9D32F49FF6}"/>
              </a:ext>
            </a:extLst>
          </p:cNvPr>
          <p:cNvSpPr txBox="1"/>
          <p:nvPr/>
        </p:nvSpPr>
        <p:spPr>
          <a:xfrm>
            <a:off x="1109134" y="4878308"/>
            <a:ext cx="20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Renuga </a:t>
            </a:r>
            <a:r>
              <a:rPr lang="en-US" sz="2000" dirty="0">
                <a:solidFill>
                  <a:schemeClr val="bg1"/>
                </a:solidFill>
              </a:rPr>
              <a:t>S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83446"/>
                </a:solidFill>
                <a:latin typeface="Aptos"/>
              </a:defRPr>
            </a:pPr>
            <a:r>
              <a:t>Businesses receive thousands of comments, ratings, and posts. Reading each one manually takes time and makes patterns easy to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880360"/>
            <a:ext cx="73152" cy="2057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0449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502152"/>
            <a:ext cx="3044952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Product reviews, app-store feedback, survey comments, and public social posts.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880360"/>
            <a:ext cx="73152" cy="2057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0449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02152"/>
            <a:ext cx="3044952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Clean text, identify sentiment, and group customers by similar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880360"/>
            <a:ext cx="73152" cy="2057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30449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502152"/>
            <a:ext cx="3044952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A clear view of customer satisfaction, common complaints, and customer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Main purpose: help a business understand what customers feel, what they talk about, and what should be improved.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73152" cy="3566160"/>
          </a:xfrm>
          <a:prstGeom prst="rect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48737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Feedback is spread across review sites and social media.</a:t>
            </a:r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Manual reading is slow and subjective.</a:t>
            </a:r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Businesses may miss repeated issues or changing customer mood.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356616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04872"/>
            <a:ext cx="48737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Automatically process customer text.</a:t>
            </a:r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Classify feedback as positive, negative, or neutral.</a:t>
            </a:r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Find common topics and complaints.</a:t>
            </a:r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• Cluster customers with similar opinions.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Expected result: faster feedback analysis and better-informed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High-level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468880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Reviews and public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3090672"/>
            <a:ext cx="256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A8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2304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26664" y="2468880"/>
            <a:ext cx="566928" cy="566928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Clean and normalize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3090672"/>
            <a:ext cx="256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A8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6048" y="2468880"/>
            <a:ext cx="566928" cy="566928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Mine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Extract words and topics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3090672"/>
            <a:ext cx="256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A8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85432" y="2468880"/>
            <a:ext cx="566928" cy="566928"/>
          </a:xfrm>
          <a:prstGeom prst="ellipse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5432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Analyze Mood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Positive / Neutral / Negative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90672"/>
            <a:ext cx="256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A8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0456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14816" y="2468880"/>
            <a:ext cx="566928" cy="566928"/>
          </a:xfrm>
          <a:prstGeom prst="ellipse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14816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3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Group similar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3090672"/>
            <a:ext cx="256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A8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40" y="2286000"/>
            <a:ext cx="17647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744200" y="2468880"/>
            <a:ext cx="566928" cy="566928"/>
          </a:xfrm>
          <a:prstGeom prst="ellipse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44200" y="2542032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200400"/>
            <a:ext cx="1581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203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7" y="3639312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D7E"/>
                </a:solidFill>
                <a:latin typeface="Aptos"/>
              </a:defRPr>
            </a:pPr>
            <a:r>
              <a:t>Charts and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83446"/>
                </a:solidFill>
                <a:latin typeface="Aptos"/>
              </a:defRPr>
            </a:pPr>
            <a:r>
              <a:t>The output is a simple dashboard or report that turns raw feedback into patterns a business can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Three Project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Each module handles one key part of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291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Data Collection &amp; Text Preprocessing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Gather reviews/posts, remove duplicates, clean links and symbols, normalize text, and prepare it for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32918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50592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Text Mining &amp; Sentiment Analysis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Identify important words and topics, then classify each review as positive, negative, or neutral.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329184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0592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Customer Clustering &amp; Insights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Group similar feedback or customer profiles, summarize each group, and suggest actions for the business.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Modules work together: clean data → understand opinions → discover customer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Module 1 — Data Collection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629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446"/>
                </a:solidFill>
                <a:latin typeface="Aptos"/>
              </a:defRPr>
            </a:pPr>
            <a:r>
              <a:t>•  Collect review text, star ratings, timestamps, and public social posts from permitted sources or a sample dataset.</a:t>
            </a:r>
          </a:p>
          <a:p>
            <a:pPr>
              <a:spcAft>
                <a:spcPts val="1100"/>
              </a:spcAft>
              <a:defRPr sz="1700">
                <a:solidFill>
                  <a:srgbClr val="283446"/>
                </a:solidFill>
                <a:latin typeface="Aptos"/>
              </a:defRPr>
            </a:pPr>
            <a:r>
              <a:t>•  Remove duplicate entries, irrelevant symbols, URLs, and unnecessary spaces.</a:t>
            </a:r>
          </a:p>
          <a:p>
            <a:pPr>
              <a:spcAft>
                <a:spcPts val="1100"/>
              </a:spcAft>
              <a:defRPr sz="1700">
                <a:solidFill>
                  <a:srgbClr val="283446"/>
                </a:solidFill>
                <a:latin typeface="Aptos"/>
              </a:defRPr>
            </a:pPr>
            <a:r>
              <a:t>•  Convert text to a consistent format; tokenize sentences into words.</a:t>
            </a:r>
          </a:p>
          <a:p>
            <a:pPr>
              <a:spcAft>
                <a:spcPts val="1100"/>
              </a:spcAft>
              <a:defRPr sz="1700">
                <a:solidFill>
                  <a:srgbClr val="283446"/>
                </a:solidFill>
                <a:latin typeface="Aptos"/>
              </a:defRPr>
            </a:pPr>
            <a:r>
              <a:t>•  Optionally remove common words and apply stemming or lemmatization.</a:t>
            </a:r>
          </a:p>
          <a:p>
            <a:pPr>
              <a:spcAft>
                <a:spcPts val="1100"/>
              </a:spcAft>
              <a:defRPr sz="1700">
                <a:solidFill>
                  <a:srgbClr val="283446"/>
                </a:solidFill>
                <a:latin typeface="Aptos"/>
              </a:defRPr>
            </a:pPr>
            <a:r>
              <a:t>•  Store the cleaned text with its source and date for later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011680"/>
            <a:ext cx="3429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2011680"/>
            <a:ext cx="73152" cy="29718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21762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633472"/>
            <a:ext cx="3044952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Raw: “The app is GREAT!!! 😍 but it crashes...”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Cleaned: “app great crashes”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The cleaned text is easier for the model to analyze.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Module 2 — Text Mining &amp; Sentiment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200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Text Mining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0906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Find repeated terms and topics such as delivery, price, quality, support, or app speed.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Methods: word frequency, TF-IDF, keyword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73152" cy="3200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Sentiment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Estimate the opinion expressed in each review.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Positive: “Delivery was fast.”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Negative: “Support never replied.”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Neutral: “The package arrived today.”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Useful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90672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Sentiment counts, overall mood, common complaint topics, and changes over time.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Possible methods: VADER, a trained ML classifier, or a transformer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Module 3 — Customer Clustering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83446"/>
                </a:solidFill>
                <a:latin typeface="Aptos"/>
              </a:defRPr>
            </a:pPr>
            <a:r>
              <a:t>Clustering groups records with similar patterns without requiring a predefined group label.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468880"/>
            <a:ext cx="73152" cy="256032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633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Cluster A: Happy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090672"/>
            <a:ext cx="3090672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Common signals: good quality, easy use, fast delivery.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Action: learn what works and keep it 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46888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468880"/>
            <a:ext cx="73152" cy="256032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633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Cluster B: Price Sensitive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90672"/>
            <a:ext cx="3090672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Common signals: expensive, discount, value for money.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Action: review pricing and explain product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73152" cy="2560320"/>
          </a:xfrm>
          <a:prstGeom prst="rect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33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Cluster C: Service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90672"/>
            <a:ext cx="3090672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Common signals: delay, refund, no response.</a:t>
            </a:r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Action: improve support and delivery processes.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D7E"/>
                </a:solidFill>
                <a:latin typeface="Aptos"/>
              </a:defRPr>
            </a:pPr>
            <a:r>
              <a:rPr dirty="0"/>
              <a:t>Possible method: TF-IDF or text embeddings + K-means clustering. Clusters describe feedback patterns; they do not prove a person's identity or motives.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Real-Life Example: Online Shopping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How the three modules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Customer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04495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“Product quality is good.”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“Delivery was late.”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“Refund process is confusing.”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“Easy to use and fast.”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73152" cy="33832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System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4495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Positive: quality and ease of use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Negative: delivery and refunds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Similar comments form service-related clusters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38328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Business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4495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Keep product quality high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Review delivery partners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Make refund steps clearer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Track whether sentiment improves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This example shows how customer feedback can guide specific improvements instead of relying on guesses.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03A"/>
                </a:solidFill>
                <a:latin typeface="Aptos"/>
              </a:defRPr>
            </a:pPr>
            <a:r>
              <a:t>Benefits, Limitations &amp;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Use results as decision support, not as unquestionable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13639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Faster feedback analysis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Finds recurring issues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Tracks satisfaction over time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Helps prioritize improvements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347472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50592"/>
            <a:ext cx="313639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Sarcasm and context are difficult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Noisy or biased data can mislead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Clusters depend on chosen settings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Results need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3474720"/>
          </a:xfrm>
          <a:prstGeom prst="rect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0592"/>
            <a:ext cx="313639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Use public or authorized data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Remove personal identifiers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Follow platform rules</a:t>
            </a:r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t>• Report trends, not assumptions about individuals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234440"/>
            <a:ext cx="1051560" cy="640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CC9F0"/>
                </a:solidFill>
                <a:latin typeface="Aptos"/>
              </a:defRPr>
            </a:pPr>
            <a:r>
              <a:t>The project transforms customer reviews and social media text into understandable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Module 1 cleans and prepares customer feedback.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Module 2 identifies topics and sentiment.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Module 3 groups similar feedback and highlights actions.</a:t>
            </a:r>
          </a:p>
          <a:p>
            <a:pPr>
              <a:spcAft>
                <a:spcPts val="13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Together, the modules help businesses improve products, service, and customer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970</Words>
  <Application>Microsoft Office PowerPoint</Application>
  <PresentationFormat>Widescreen</PresentationFormat>
  <Paragraphs>185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srija thiriveedhi</dc:creator>
  <cp:keywords/>
  <dc:description>generated using python-pptx</dc:description>
  <cp:lastModifiedBy>srija thiriveedhi</cp:lastModifiedBy>
  <cp:revision>2</cp:revision>
  <dcterms:created xsi:type="dcterms:W3CDTF">2013-01-27T09:14:16Z</dcterms:created>
  <dcterms:modified xsi:type="dcterms:W3CDTF">2026-10-14T07:09:49Z</dcterms:modified>
  <cp:category/>
</cp:coreProperties>
</file>